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ading Now 71-78" charset="1" panose="00000000000000000000"/>
      <p:regular r:id="rId14"/>
    </p:embeddedFont>
    <p:embeddedFont>
      <p:font typeface="TT Firs Neue" charset="1" panose="02000503030000020004"/>
      <p:regular r:id="rId15"/>
    </p:embeddedFont>
    <p:embeddedFont>
      <p:font typeface="TT Firs Neue Bold" charset="1" panose="02000803030000020004"/>
      <p:regular r:id="rId16"/>
    </p:embeddedFont>
    <p:embeddedFont>
      <p:font typeface="Poppins Medium" charset="1" panose="00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jpe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953654" y="-469679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6"/>
                </a:lnTo>
                <a:lnTo>
                  <a:pt x="0" y="3358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626420">
            <a:off x="3964623" y="7579117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6"/>
                </a:lnTo>
                <a:lnTo>
                  <a:pt x="0" y="3358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777981">
            <a:off x="-750441" y="4096066"/>
            <a:ext cx="8801590" cy="8385515"/>
          </a:xfrm>
          <a:custGeom>
            <a:avLst/>
            <a:gdLst/>
            <a:ahLst/>
            <a:cxnLst/>
            <a:rect r="r" b="b" t="t" l="l"/>
            <a:pathLst>
              <a:path h="8385515" w="8801590">
                <a:moveTo>
                  <a:pt x="0" y="0"/>
                </a:moveTo>
                <a:lnTo>
                  <a:pt x="8801590" y="0"/>
                </a:lnTo>
                <a:lnTo>
                  <a:pt x="8801590" y="8385515"/>
                </a:lnTo>
                <a:lnTo>
                  <a:pt x="0" y="838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99936">
            <a:off x="-725646" y="686683"/>
            <a:ext cx="2993391" cy="3042837"/>
          </a:xfrm>
          <a:custGeom>
            <a:avLst/>
            <a:gdLst/>
            <a:ahLst/>
            <a:cxnLst/>
            <a:rect r="r" b="b" t="t" l="l"/>
            <a:pathLst>
              <a:path h="3042837" w="2993391">
                <a:moveTo>
                  <a:pt x="0" y="0"/>
                </a:moveTo>
                <a:lnTo>
                  <a:pt x="2993391" y="0"/>
                </a:lnTo>
                <a:lnTo>
                  <a:pt x="2993391" y="3042837"/>
                </a:lnTo>
                <a:lnTo>
                  <a:pt x="0" y="3042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2059629" y="3070711"/>
            <a:ext cx="5198678" cy="8146077"/>
          </a:xfrm>
          <a:custGeom>
            <a:avLst/>
            <a:gdLst/>
            <a:ahLst/>
            <a:cxnLst/>
            <a:rect r="r" b="b" t="t" l="l"/>
            <a:pathLst>
              <a:path h="8146077" w="5198678">
                <a:moveTo>
                  <a:pt x="5198678" y="0"/>
                </a:moveTo>
                <a:lnTo>
                  <a:pt x="0" y="0"/>
                </a:lnTo>
                <a:lnTo>
                  <a:pt x="0" y="8146077"/>
                </a:lnTo>
                <a:lnTo>
                  <a:pt x="5198678" y="8146077"/>
                </a:lnTo>
                <a:lnTo>
                  <a:pt x="519867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90345" y="3431697"/>
            <a:ext cx="1378433" cy="1378433"/>
          </a:xfrm>
          <a:custGeom>
            <a:avLst/>
            <a:gdLst/>
            <a:ahLst/>
            <a:cxnLst/>
            <a:rect r="r" b="b" t="t" l="l"/>
            <a:pathLst>
              <a:path h="1378433" w="1378433">
                <a:moveTo>
                  <a:pt x="0" y="0"/>
                </a:moveTo>
                <a:lnTo>
                  <a:pt x="1378434" y="0"/>
                </a:lnTo>
                <a:lnTo>
                  <a:pt x="1378434" y="1378434"/>
                </a:lnTo>
                <a:lnTo>
                  <a:pt x="0" y="1378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26883" y="4388338"/>
            <a:ext cx="1167227" cy="1167227"/>
          </a:xfrm>
          <a:custGeom>
            <a:avLst/>
            <a:gdLst/>
            <a:ahLst/>
            <a:cxnLst/>
            <a:rect r="r" b="b" t="t" l="l"/>
            <a:pathLst>
              <a:path h="1167227" w="1167227">
                <a:moveTo>
                  <a:pt x="0" y="0"/>
                </a:moveTo>
                <a:lnTo>
                  <a:pt x="1167227" y="0"/>
                </a:lnTo>
                <a:lnTo>
                  <a:pt x="1167227" y="1167227"/>
                </a:lnTo>
                <a:lnTo>
                  <a:pt x="0" y="11672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698690" y="-4263"/>
            <a:ext cx="2589310" cy="2316255"/>
          </a:xfrm>
          <a:custGeom>
            <a:avLst/>
            <a:gdLst/>
            <a:ahLst/>
            <a:cxnLst/>
            <a:rect r="r" b="b" t="t" l="l"/>
            <a:pathLst>
              <a:path h="2316255" w="2589310">
                <a:moveTo>
                  <a:pt x="2589310" y="0"/>
                </a:moveTo>
                <a:lnTo>
                  <a:pt x="0" y="0"/>
                </a:lnTo>
                <a:lnTo>
                  <a:pt x="0" y="2316255"/>
                </a:lnTo>
                <a:lnTo>
                  <a:pt x="2589310" y="2316255"/>
                </a:lnTo>
                <a:lnTo>
                  <a:pt x="258931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93522">
            <a:off x="7578024" y="3172822"/>
            <a:ext cx="1573996" cy="721177"/>
          </a:xfrm>
          <a:custGeom>
            <a:avLst/>
            <a:gdLst/>
            <a:ahLst/>
            <a:cxnLst/>
            <a:rect r="r" b="b" t="t" l="l"/>
            <a:pathLst>
              <a:path h="721177" w="1573996">
                <a:moveTo>
                  <a:pt x="0" y="0"/>
                </a:moveTo>
                <a:lnTo>
                  <a:pt x="1573997" y="0"/>
                </a:lnTo>
                <a:lnTo>
                  <a:pt x="1573997" y="721176"/>
                </a:lnTo>
                <a:lnTo>
                  <a:pt x="0" y="7211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47482">
            <a:off x="6852415" y="2127992"/>
            <a:ext cx="1795945" cy="822870"/>
          </a:xfrm>
          <a:custGeom>
            <a:avLst/>
            <a:gdLst/>
            <a:ahLst/>
            <a:cxnLst/>
            <a:rect r="r" b="b" t="t" l="l"/>
            <a:pathLst>
              <a:path h="822870" w="1795945">
                <a:moveTo>
                  <a:pt x="0" y="0"/>
                </a:moveTo>
                <a:lnTo>
                  <a:pt x="1795945" y="0"/>
                </a:lnTo>
                <a:lnTo>
                  <a:pt x="1795945" y="822869"/>
                </a:lnTo>
                <a:lnTo>
                  <a:pt x="0" y="8228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10049769" y="6580682"/>
            <a:ext cx="3701248" cy="0"/>
          </a:xfrm>
          <a:prstGeom prst="line">
            <a:avLst/>
          </a:prstGeom>
          <a:ln cap="flat" w="114300">
            <a:solidFill>
              <a:srgbClr val="FFD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049769" y="4435199"/>
            <a:ext cx="676450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E17E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Bright Tv Entertainment</a:t>
            </a:r>
            <a:r>
              <a:rPr lang="en-US" sz="6800" spc="-374">
                <a:solidFill>
                  <a:srgbClr val="191919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3961" y="7682916"/>
            <a:ext cx="2571143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555453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299">
                <a:solidFill>
                  <a:srgbClr val="555453"/>
                </a:solidFill>
                <a:latin typeface="TT Firs Neue"/>
                <a:ea typeface="TT Firs Neue"/>
                <a:cs typeface="TT Firs Neue"/>
                <a:sym typeface="TT Firs Neue"/>
              </a:rPr>
              <a:t>resented By: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17545" y="7682916"/>
            <a:ext cx="409931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55545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NOMPETHO NGOBENI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15214" y="1487127"/>
            <a:ext cx="4162430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555453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Visual Stories That Shape Emotion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539145" y="3949694"/>
            <a:ext cx="477716" cy="238858"/>
          </a:xfrm>
          <a:custGeom>
            <a:avLst/>
            <a:gdLst/>
            <a:ahLst/>
            <a:cxnLst/>
            <a:rect r="r" b="b" t="t" l="l"/>
            <a:pathLst>
              <a:path h="238858" w="477716">
                <a:moveTo>
                  <a:pt x="0" y="0"/>
                </a:moveTo>
                <a:lnTo>
                  <a:pt x="477716" y="0"/>
                </a:lnTo>
                <a:lnTo>
                  <a:pt x="477716" y="238858"/>
                </a:lnTo>
                <a:lnTo>
                  <a:pt x="0" y="2388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4406404" y="1153864"/>
            <a:ext cx="505128" cy="749335"/>
          </a:xfrm>
          <a:custGeom>
            <a:avLst/>
            <a:gdLst/>
            <a:ahLst/>
            <a:cxnLst/>
            <a:rect r="r" b="b" t="t" l="l"/>
            <a:pathLst>
              <a:path h="749335" w="505128">
                <a:moveTo>
                  <a:pt x="0" y="0"/>
                </a:moveTo>
                <a:lnTo>
                  <a:pt x="505128" y="0"/>
                </a:lnTo>
                <a:lnTo>
                  <a:pt x="505128" y="749335"/>
                </a:lnTo>
                <a:lnTo>
                  <a:pt x="0" y="74933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44000" y="8728339"/>
            <a:ext cx="529961" cy="529961"/>
          </a:xfrm>
          <a:custGeom>
            <a:avLst/>
            <a:gdLst/>
            <a:ahLst/>
            <a:cxnLst/>
            <a:rect r="r" b="b" t="t" l="l"/>
            <a:pathLst>
              <a:path h="529961" w="529961">
                <a:moveTo>
                  <a:pt x="0" y="0"/>
                </a:moveTo>
                <a:lnTo>
                  <a:pt x="529961" y="0"/>
                </a:lnTo>
                <a:lnTo>
                  <a:pt x="529961" y="529961"/>
                </a:lnTo>
                <a:lnTo>
                  <a:pt x="0" y="52996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-646071" y="-528778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420">
            <a:off x="3867232" y="7494120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77981">
            <a:off x="-3094996" y="5065209"/>
            <a:ext cx="10029620" cy="9555492"/>
          </a:xfrm>
          <a:custGeom>
            <a:avLst/>
            <a:gdLst/>
            <a:ahLst/>
            <a:cxnLst/>
            <a:rect r="r" b="b" t="t" l="l"/>
            <a:pathLst>
              <a:path h="9555492" w="10029620">
                <a:moveTo>
                  <a:pt x="0" y="0"/>
                </a:moveTo>
                <a:lnTo>
                  <a:pt x="10029620" y="0"/>
                </a:lnTo>
                <a:lnTo>
                  <a:pt x="10029620" y="9555492"/>
                </a:lnTo>
                <a:lnTo>
                  <a:pt x="0" y="955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79767" y="-326588"/>
            <a:ext cx="5470088" cy="5470088"/>
          </a:xfrm>
          <a:custGeom>
            <a:avLst/>
            <a:gdLst/>
            <a:ahLst/>
            <a:cxnLst/>
            <a:rect r="r" b="b" t="t" l="l"/>
            <a:pathLst>
              <a:path h="5470088" w="5470088">
                <a:moveTo>
                  <a:pt x="0" y="0"/>
                </a:moveTo>
                <a:lnTo>
                  <a:pt x="5470088" y="0"/>
                </a:lnTo>
                <a:lnTo>
                  <a:pt x="5470088" y="5470088"/>
                </a:lnTo>
                <a:lnTo>
                  <a:pt x="0" y="5470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54179" y="2408456"/>
            <a:ext cx="9379643" cy="5553926"/>
          </a:xfrm>
          <a:custGeom>
            <a:avLst/>
            <a:gdLst/>
            <a:ahLst/>
            <a:cxnLst/>
            <a:rect r="r" b="b" t="t" l="l"/>
            <a:pathLst>
              <a:path h="5553926" w="9379643">
                <a:moveTo>
                  <a:pt x="0" y="0"/>
                </a:moveTo>
                <a:lnTo>
                  <a:pt x="9379642" y="0"/>
                </a:lnTo>
                <a:lnTo>
                  <a:pt x="9379642" y="5553926"/>
                </a:lnTo>
                <a:lnTo>
                  <a:pt x="0" y="55539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509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8678" y="82335"/>
            <a:ext cx="15113997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5545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VIEWERSHIP SPLIT BY PROVINCE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-646071" y="-528778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626420">
            <a:off x="3867232" y="7494120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1065531">
            <a:off x="15438712" y="1495814"/>
            <a:ext cx="3641177" cy="3701323"/>
          </a:xfrm>
          <a:custGeom>
            <a:avLst/>
            <a:gdLst/>
            <a:ahLst/>
            <a:cxnLst/>
            <a:rect r="r" b="b" t="t" l="l"/>
            <a:pathLst>
              <a:path h="3701323" w="3641177">
                <a:moveTo>
                  <a:pt x="3641176" y="0"/>
                </a:moveTo>
                <a:lnTo>
                  <a:pt x="0" y="0"/>
                </a:lnTo>
                <a:lnTo>
                  <a:pt x="0" y="3701323"/>
                </a:lnTo>
                <a:lnTo>
                  <a:pt x="3641176" y="3701323"/>
                </a:lnTo>
                <a:lnTo>
                  <a:pt x="36411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54179" y="2324618"/>
            <a:ext cx="9379643" cy="5637764"/>
          </a:xfrm>
          <a:custGeom>
            <a:avLst/>
            <a:gdLst/>
            <a:ahLst/>
            <a:cxnLst/>
            <a:rect r="r" b="b" t="t" l="l"/>
            <a:pathLst>
              <a:path h="5637764" w="9379643">
                <a:moveTo>
                  <a:pt x="0" y="0"/>
                </a:moveTo>
                <a:lnTo>
                  <a:pt x="9379642" y="0"/>
                </a:lnTo>
                <a:lnTo>
                  <a:pt x="9379642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8164" y="258808"/>
            <a:ext cx="13686732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5545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TOP 5 MOST WATCHED SHOWS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-646071" y="-528778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626420">
            <a:off x="3867232" y="7494120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777981">
            <a:off x="12996737" y="666297"/>
            <a:ext cx="10029620" cy="9555492"/>
          </a:xfrm>
          <a:custGeom>
            <a:avLst/>
            <a:gdLst/>
            <a:ahLst/>
            <a:cxnLst/>
            <a:rect r="r" b="b" t="t" l="l"/>
            <a:pathLst>
              <a:path h="9555492" w="10029620">
                <a:moveTo>
                  <a:pt x="10029620" y="0"/>
                </a:moveTo>
                <a:lnTo>
                  <a:pt x="0" y="0"/>
                </a:lnTo>
                <a:lnTo>
                  <a:pt x="0" y="9555492"/>
                </a:lnTo>
                <a:lnTo>
                  <a:pt x="10029620" y="9555492"/>
                </a:lnTo>
                <a:lnTo>
                  <a:pt x="10029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47778" y="-103395"/>
            <a:ext cx="3495556" cy="3495556"/>
          </a:xfrm>
          <a:custGeom>
            <a:avLst/>
            <a:gdLst/>
            <a:ahLst/>
            <a:cxnLst/>
            <a:rect r="r" b="b" t="t" l="l"/>
            <a:pathLst>
              <a:path h="3495556" w="3495556">
                <a:moveTo>
                  <a:pt x="0" y="0"/>
                </a:moveTo>
                <a:lnTo>
                  <a:pt x="3495556" y="0"/>
                </a:lnTo>
                <a:lnTo>
                  <a:pt x="3495556" y="3495557"/>
                </a:lnTo>
                <a:lnTo>
                  <a:pt x="0" y="3495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10358" y="2795996"/>
            <a:ext cx="9379643" cy="5637764"/>
          </a:xfrm>
          <a:custGeom>
            <a:avLst/>
            <a:gdLst/>
            <a:ahLst/>
            <a:cxnLst/>
            <a:rect r="r" b="b" t="t" l="l"/>
            <a:pathLst>
              <a:path h="5637764" w="9379643">
                <a:moveTo>
                  <a:pt x="0" y="0"/>
                </a:moveTo>
                <a:lnTo>
                  <a:pt x="9379642" y="0"/>
                </a:lnTo>
                <a:lnTo>
                  <a:pt x="9379642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88553" y="82335"/>
            <a:ext cx="14110894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5545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VIEWERSHIP SPLIT BY GENDER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-646071" y="-528778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626420">
            <a:off x="3867232" y="7494120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36595">
            <a:off x="10217" y="5808489"/>
            <a:ext cx="3641177" cy="3701323"/>
          </a:xfrm>
          <a:custGeom>
            <a:avLst/>
            <a:gdLst/>
            <a:ahLst/>
            <a:cxnLst/>
            <a:rect r="r" b="b" t="t" l="l"/>
            <a:pathLst>
              <a:path h="3701323" w="3641177">
                <a:moveTo>
                  <a:pt x="0" y="0"/>
                </a:moveTo>
                <a:lnTo>
                  <a:pt x="3641177" y="0"/>
                </a:lnTo>
                <a:lnTo>
                  <a:pt x="3641177" y="3701324"/>
                </a:lnTo>
                <a:lnTo>
                  <a:pt x="0" y="3701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93522">
            <a:off x="16719703" y="1498080"/>
            <a:ext cx="1321163" cy="605333"/>
          </a:xfrm>
          <a:custGeom>
            <a:avLst/>
            <a:gdLst/>
            <a:ahLst/>
            <a:cxnLst/>
            <a:rect r="r" b="b" t="t" l="l"/>
            <a:pathLst>
              <a:path h="605333" w="1321163">
                <a:moveTo>
                  <a:pt x="0" y="0"/>
                </a:moveTo>
                <a:lnTo>
                  <a:pt x="1321163" y="0"/>
                </a:lnTo>
                <a:lnTo>
                  <a:pt x="1321163" y="605333"/>
                </a:lnTo>
                <a:lnTo>
                  <a:pt x="0" y="605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47482">
            <a:off x="16110649" y="621083"/>
            <a:ext cx="1507460" cy="690691"/>
          </a:xfrm>
          <a:custGeom>
            <a:avLst/>
            <a:gdLst/>
            <a:ahLst/>
            <a:cxnLst/>
            <a:rect r="r" b="b" t="t" l="l"/>
            <a:pathLst>
              <a:path h="690691" w="1507460">
                <a:moveTo>
                  <a:pt x="0" y="0"/>
                </a:moveTo>
                <a:lnTo>
                  <a:pt x="1507460" y="0"/>
                </a:lnTo>
                <a:lnTo>
                  <a:pt x="1507460" y="690691"/>
                </a:lnTo>
                <a:lnTo>
                  <a:pt x="0" y="690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54179" y="2324618"/>
            <a:ext cx="9379643" cy="5637764"/>
          </a:xfrm>
          <a:custGeom>
            <a:avLst/>
            <a:gdLst/>
            <a:ahLst/>
            <a:cxnLst/>
            <a:rect r="r" b="b" t="t" l="l"/>
            <a:pathLst>
              <a:path h="5637764" w="9379643">
                <a:moveTo>
                  <a:pt x="0" y="0"/>
                </a:moveTo>
                <a:lnTo>
                  <a:pt x="9379642" y="0"/>
                </a:lnTo>
                <a:lnTo>
                  <a:pt x="9379642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61128" y="82335"/>
            <a:ext cx="13765744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5545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VIEWERSHIP BY AGE BUCKETS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-646071" y="-528778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626420">
            <a:off x="3867232" y="7494120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-74422">
            <a:off x="14013631" y="2160057"/>
            <a:ext cx="7279385" cy="6935269"/>
          </a:xfrm>
          <a:custGeom>
            <a:avLst/>
            <a:gdLst/>
            <a:ahLst/>
            <a:cxnLst/>
            <a:rect r="r" b="b" t="t" l="l"/>
            <a:pathLst>
              <a:path h="6935269" w="7279385">
                <a:moveTo>
                  <a:pt x="7279385" y="0"/>
                </a:moveTo>
                <a:lnTo>
                  <a:pt x="0" y="0"/>
                </a:lnTo>
                <a:lnTo>
                  <a:pt x="0" y="6935269"/>
                </a:lnTo>
                <a:lnTo>
                  <a:pt x="7279385" y="6935269"/>
                </a:lnTo>
                <a:lnTo>
                  <a:pt x="727938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45348" y="8073198"/>
            <a:ext cx="5470088" cy="5470088"/>
          </a:xfrm>
          <a:custGeom>
            <a:avLst/>
            <a:gdLst/>
            <a:ahLst/>
            <a:cxnLst/>
            <a:rect r="r" b="b" t="t" l="l"/>
            <a:pathLst>
              <a:path h="5470088" w="5470088">
                <a:moveTo>
                  <a:pt x="0" y="0"/>
                </a:moveTo>
                <a:lnTo>
                  <a:pt x="5470088" y="0"/>
                </a:lnTo>
                <a:lnTo>
                  <a:pt x="5470088" y="5470088"/>
                </a:lnTo>
                <a:lnTo>
                  <a:pt x="0" y="5470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2990" y="2082082"/>
            <a:ext cx="9396432" cy="5635360"/>
          </a:xfrm>
          <a:custGeom>
            <a:avLst/>
            <a:gdLst/>
            <a:ahLst/>
            <a:cxnLst/>
            <a:rect r="r" b="b" t="t" l="l"/>
            <a:pathLst>
              <a:path h="5635360" w="9396432">
                <a:moveTo>
                  <a:pt x="0" y="0"/>
                </a:moveTo>
                <a:lnTo>
                  <a:pt x="9396432" y="0"/>
                </a:lnTo>
                <a:lnTo>
                  <a:pt x="9396432" y="5635360"/>
                </a:lnTo>
                <a:lnTo>
                  <a:pt x="0" y="56353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0078" y="-38100"/>
            <a:ext cx="1480520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5545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VIEWERSHIP SPLIT BY TIMESLOT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-646071" y="-528778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626420">
            <a:off x="3867232" y="7494120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179730" y="82335"/>
            <a:ext cx="14167791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5545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MALE VIEWERSHIP PROFILE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3357">
            <a:off x="863777" y="5919944"/>
            <a:ext cx="3211902" cy="3264957"/>
          </a:xfrm>
          <a:custGeom>
            <a:avLst/>
            <a:gdLst/>
            <a:ahLst/>
            <a:cxnLst/>
            <a:rect r="r" b="b" t="t" l="l"/>
            <a:pathLst>
              <a:path h="3264957" w="3211902">
                <a:moveTo>
                  <a:pt x="0" y="0"/>
                </a:moveTo>
                <a:lnTo>
                  <a:pt x="3211901" y="0"/>
                </a:lnTo>
                <a:lnTo>
                  <a:pt x="3211901" y="3264957"/>
                </a:lnTo>
                <a:lnTo>
                  <a:pt x="0" y="3264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93522">
            <a:off x="16163204" y="2266911"/>
            <a:ext cx="1683158" cy="771192"/>
          </a:xfrm>
          <a:custGeom>
            <a:avLst/>
            <a:gdLst/>
            <a:ahLst/>
            <a:cxnLst/>
            <a:rect r="r" b="b" t="t" l="l"/>
            <a:pathLst>
              <a:path h="771192" w="1683158">
                <a:moveTo>
                  <a:pt x="0" y="0"/>
                </a:moveTo>
                <a:lnTo>
                  <a:pt x="1683158" y="0"/>
                </a:lnTo>
                <a:lnTo>
                  <a:pt x="1683158" y="771192"/>
                </a:lnTo>
                <a:lnTo>
                  <a:pt x="0" y="771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47482">
            <a:off x="15387270" y="1149618"/>
            <a:ext cx="1920500" cy="879938"/>
          </a:xfrm>
          <a:custGeom>
            <a:avLst/>
            <a:gdLst/>
            <a:ahLst/>
            <a:cxnLst/>
            <a:rect r="r" b="b" t="t" l="l"/>
            <a:pathLst>
              <a:path h="879938" w="1920500">
                <a:moveTo>
                  <a:pt x="0" y="0"/>
                </a:moveTo>
                <a:lnTo>
                  <a:pt x="1920501" y="0"/>
                </a:lnTo>
                <a:lnTo>
                  <a:pt x="1920501" y="879939"/>
                </a:lnTo>
                <a:lnTo>
                  <a:pt x="0" y="879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54179" y="2324618"/>
            <a:ext cx="9379643" cy="5637764"/>
          </a:xfrm>
          <a:custGeom>
            <a:avLst/>
            <a:gdLst/>
            <a:ahLst/>
            <a:cxnLst/>
            <a:rect r="r" b="b" t="t" l="l"/>
            <a:pathLst>
              <a:path h="5637764" w="9379643">
                <a:moveTo>
                  <a:pt x="0" y="0"/>
                </a:moveTo>
                <a:lnTo>
                  <a:pt x="9379642" y="0"/>
                </a:lnTo>
                <a:lnTo>
                  <a:pt x="9379642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3650">
            <a:off x="-646071" y="-528778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626420">
            <a:off x="3867232" y="7494120"/>
            <a:ext cx="14402886" cy="3358365"/>
          </a:xfrm>
          <a:custGeom>
            <a:avLst/>
            <a:gdLst/>
            <a:ahLst/>
            <a:cxnLst/>
            <a:rect r="r" b="b" t="t" l="l"/>
            <a:pathLst>
              <a:path h="3358365" w="14402886">
                <a:moveTo>
                  <a:pt x="0" y="0"/>
                </a:moveTo>
                <a:lnTo>
                  <a:pt x="14402886" y="0"/>
                </a:lnTo>
                <a:lnTo>
                  <a:pt x="14402886" y="3358365"/>
                </a:lnTo>
                <a:lnTo>
                  <a:pt x="0" y="335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777981">
            <a:off x="12012833" y="-271887"/>
            <a:ext cx="10029620" cy="9555492"/>
          </a:xfrm>
          <a:custGeom>
            <a:avLst/>
            <a:gdLst/>
            <a:ahLst/>
            <a:cxnLst/>
            <a:rect r="r" b="b" t="t" l="l"/>
            <a:pathLst>
              <a:path h="9555492" w="10029620">
                <a:moveTo>
                  <a:pt x="10029620" y="0"/>
                </a:moveTo>
                <a:lnTo>
                  <a:pt x="0" y="0"/>
                </a:lnTo>
                <a:lnTo>
                  <a:pt x="0" y="9555493"/>
                </a:lnTo>
                <a:lnTo>
                  <a:pt x="10029620" y="9555493"/>
                </a:lnTo>
                <a:lnTo>
                  <a:pt x="10029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235393" y="2471333"/>
            <a:ext cx="7799503" cy="5344334"/>
            <a:chOff x="0" y="0"/>
            <a:chExt cx="1321798" cy="905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1798" cy="905715"/>
            </a:xfrm>
            <a:custGeom>
              <a:avLst/>
              <a:gdLst/>
              <a:ahLst/>
              <a:cxnLst/>
              <a:rect r="r" b="b" t="t" l="l"/>
              <a:pathLst>
                <a:path h="905715" w="1321798">
                  <a:moveTo>
                    <a:pt x="0" y="0"/>
                  </a:moveTo>
                  <a:lnTo>
                    <a:pt x="1321798" y="0"/>
                  </a:lnTo>
                  <a:lnTo>
                    <a:pt x="1321798" y="905715"/>
                  </a:lnTo>
                  <a:lnTo>
                    <a:pt x="0" y="905715"/>
                  </a:lnTo>
                  <a:close/>
                </a:path>
              </a:pathLst>
            </a:custGeom>
            <a:blipFill>
              <a:blip r:embed="rId6"/>
              <a:stretch>
                <a:fillRect l="0" t="-41485" r="0" b="-77424"/>
              </a:stretch>
            </a:blipFill>
            <a:ln w="28575" cap="sq">
              <a:solidFill>
                <a:srgbClr val="555453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360498" y="5779489"/>
            <a:ext cx="3478811" cy="3478811"/>
          </a:xfrm>
          <a:custGeom>
            <a:avLst/>
            <a:gdLst/>
            <a:ahLst/>
            <a:cxnLst/>
            <a:rect r="r" b="b" t="t" l="l"/>
            <a:pathLst>
              <a:path h="3478811" w="3478811">
                <a:moveTo>
                  <a:pt x="0" y="0"/>
                </a:moveTo>
                <a:lnTo>
                  <a:pt x="3478812" y="0"/>
                </a:lnTo>
                <a:lnTo>
                  <a:pt x="3478812" y="3478811"/>
                </a:lnTo>
                <a:lnTo>
                  <a:pt x="0" y="3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1921878"/>
            <a:ext cx="4393211" cy="4393211"/>
          </a:xfrm>
          <a:custGeom>
            <a:avLst/>
            <a:gdLst/>
            <a:ahLst/>
            <a:cxnLst/>
            <a:rect r="r" b="b" t="t" l="l"/>
            <a:pathLst>
              <a:path h="4393211" w="4393211">
                <a:moveTo>
                  <a:pt x="0" y="0"/>
                </a:moveTo>
                <a:lnTo>
                  <a:pt x="4393211" y="0"/>
                </a:lnTo>
                <a:lnTo>
                  <a:pt x="4393211" y="4393211"/>
                </a:lnTo>
                <a:lnTo>
                  <a:pt x="0" y="4393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53104" y="5627737"/>
            <a:ext cx="395099" cy="395099"/>
          </a:xfrm>
          <a:custGeom>
            <a:avLst/>
            <a:gdLst/>
            <a:ahLst/>
            <a:cxnLst/>
            <a:rect r="r" b="b" t="t" l="l"/>
            <a:pathLst>
              <a:path h="395099" w="395099">
                <a:moveTo>
                  <a:pt x="0" y="0"/>
                </a:moveTo>
                <a:lnTo>
                  <a:pt x="395100" y="0"/>
                </a:lnTo>
                <a:lnTo>
                  <a:pt x="395100" y="395099"/>
                </a:lnTo>
                <a:lnTo>
                  <a:pt x="0" y="3950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253104" y="6246711"/>
            <a:ext cx="395099" cy="395099"/>
          </a:xfrm>
          <a:custGeom>
            <a:avLst/>
            <a:gdLst/>
            <a:ahLst/>
            <a:cxnLst/>
            <a:rect r="r" b="b" t="t" l="l"/>
            <a:pathLst>
              <a:path h="395099" w="395099">
                <a:moveTo>
                  <a:pt x="0" y="0"/>
                </a:moveTo>
                <a:lnTo>
                  <a:pt x="395100" y="0"/>
                </a:lnTo>
                <a:lnTo>
                  <a:pt x="395100" y="395099"/>
                </a:lnTo>
                <a:lnTo>
                  <a:pt x="0" y="3950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253104" y="2980749"/>
            <a:ext cx="526518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55545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!!!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98934" y="6198471"/>
            <a:ext cx="2647031" cy="84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b="true" sz="2396">
                <a:solidFill>
                  <a:srgbClr val="5554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nompethotrecia@gmail.com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8934" y="5579497"/>
            <a:ext cx="2496651" cy="4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b="true" sz="2396" strike="noStrike" u="none">
                <a:solidFill>
                  <a:srgbClr val="5554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+123-456-7890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DAHG01nhnjc</dc:identifier>
  <dcterms:modified xsi:type="dcterms:W3CDTF">2011-08-01T06:04:30Z</dcterms:modified>
  <cp:revision>1</cp:revision>
  <dc:title>Bright_TV (Viewership Analysis)</dc:title>
</cp:coreProperties>
</file>